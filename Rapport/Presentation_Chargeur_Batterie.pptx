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90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ACB9-7BAA-B184-B033-C44D0CB3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ED1FA-8D1A-3587-F324-4590282C8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B57FB-A2BC-FE59-51C3-0CDFF407C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94F3-2DA3-3585-1337-C4F8BE0DE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51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6EC0-C877-3E75-8622-A0D76854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CBC89-9B8E-3658-7A96-0EB460EF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1B4CE-E640-3EFA-D9A7-E542ED8F2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849CD-20A3-9D94-773F-3A0949D03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67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ÉLECTRONIQUE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 de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 chargeur universel Li-Ion / LiPo / LiFePO4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alimenté par USB · Panneau solaire · 12V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389120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1097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Batteries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1865376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18653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18653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d'Alimentation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875751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37760" y="1875751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1875751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875751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de Charge Solaire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643847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2643847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643847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2643847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Gauges — Jauges de Batterie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2643847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937760" y="2643847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2643847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2643847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Électronique (EAGLE)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65760" y="3474720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5760" y="34747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347384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MAX17055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34747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550648" y="4303837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1" name="Shape 39"/>
          <p:cNvSpPr/>
          <p:nvPr/>
        </p:nvSpPr>
        <p:spPr>
          <a:xfrm>
            <a:off x="2550648" y="4303837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550648" y="4303837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145008" y="4303837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6A3F22F9-7F97-0BC1-DE92-EA47D7FC9C8B}"/>
              </a:ext>
            </a:extLst>
          </p:cNvPr>
          <p:cNvSpPr/>
          <p:nvPr/>
        </p:nvSpPr>
        <p:spPr>
          <a:xfrm>
            <a:off x="4937760" y="347472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DE37BA0C-4BA9-3F31-14C7-2521D81247B9}"/>
              </a:ext>
            </a:extLst>
          </p:cNvPr>
          <p:cNvSpPr/>
          <p:nvPr/>
        </p:nvSpPr>
        <p:spPr>
          <a:xfrm>
            <a:off x="4937760" y="3474720"/>
            <a:ext cx="502920" cy="6583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835D9CEC-0FC9-6A83-FA48-9D25570ED95B}"/>
              </a:ext>
            </a:extLst>
          </p:cNvPr>
          <p:cNvSpPr/>
          <p:nvPr/>
        </p:nvSpPr>
        <p:spPr>
          <a:xfrm>
            <a:off x="4937760" y="34747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2E165995-019D-8B0B-BC51-FF8343E2C8AD}"/>
              </a:ext>
            </a:extLst>
          </p:cNvPr>
          <p:cNvSpPr/>
          <p:nvPr/>
        </p:nvSpPr>
        <p:spPr>
          <a:xfrm>
            <a:off x="5532120" y="34747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PCB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consiste à concevoir un chargeur de batterie universel permettant 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des batteries Li-Ion, LiPo et LiFePO4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plusieurs sources d'alimentation (USB, solaire, 12V)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l'état de charge en temps réel via I²C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Assurer la sécurité complète des cellules (surcharge, surintensité)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des contraintes CMS, low-cost et reproductibles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1508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1508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669280" y="1097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0" y="1965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87768" y="1005840"/>
            <a:ext cx="1508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287768" y="1005840"/>
            <a:ext cx="1508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287768" y="1097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87768" y="1965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d'alimentation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87768" y="2761488"/>
            <a:ext cx="1508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287768" y="2761488"/>
            <a:ext cx="1508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287768" y="285292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287768" y="37216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Batteries Supportées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nominale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2128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max charge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5973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7797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cible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02666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Ah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" y="33467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charge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59359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94760"/>
            <a:ext cx="2651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" y="384048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Haute densité énergétique, recharge rapide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425196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Sensible surcharge, risque surchauffe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96012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108960" y="960120"/>
            <a:ext cx="265176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0896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18688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nominale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189280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22128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max charge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245973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18688" y="27797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cible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302666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Ah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18688" y="33467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charge 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18688" y="359359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CC-CV renforcé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08960" y="3794760"/>
            <a:ext cx="2651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18688" y="384048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Légèreté, flexibilité de forme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18688" y="425196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Fragile, risque gonflement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960120"/>
            <a:ext cx="26517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897880" y="960120"/>
            <a:ext cx="26517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897880" y="9601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LiFePO4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07608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nominale 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07608" y="189280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07608" y="22128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max charge 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07608" y="245973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 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07608" y="27797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cible 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07608" y="302666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Ah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07608" y="33467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charge 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07608" y="359359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CC-CV (seuils bas)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97880" y="3794760"/>
            <a:ext cx="2651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007608" y="384048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Stabilité thermique, longue durée de vie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07608" y="425196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Densité énergétique plus faible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d'Alimentation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468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46888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7899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b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cahier des charge 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2148840"/>
            <a:ext cx="1371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96012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57860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USB universel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adaptée à la charge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simplifiée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2468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91840" y="1005840"/>
            <a:ext cx="246888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07899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Solaire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40480" y="2148840"/>
            <a:ext cx="1371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84048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28 V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57860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en autonomie solaire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variations de tension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MPPT recommandée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4688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172200" y="1005840"/>
            <a:ext cx="246888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078992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12 V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720840" y="2148840"/>
            <a:ext cx="13716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672084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257860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filaire externe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fiable en intérieur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directe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de charge : 1 A par cellule  —  Protection BMS intégrée sur chaque mode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de Charge Solaire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869680" cy="3840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Référence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Fabricant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Tension entrée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 max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MPPT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Remarque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BQ24650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Texas Instruments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 – 28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10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Possible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6091"/>
                          </a:solidFill>
                        </a:rPr>
                        <a:t>⭐ Favori — très flexible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LT3652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Analog Devices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4,95 – 32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Intégré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Compact, MPPT natif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CN3791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Consonance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 – 28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Fixe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Économique, populaire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LTC4015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Analog Devices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4,5 – 35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Digital + I²C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Haut de gamme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CN3767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Consonance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 – 24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Compact, 1–4 cellules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BQ25713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Texas Instruments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3,5 – 24 V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 A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Buck-Boost + I²C</a:t>
                      </a:r>
                      <a:endParaRPr lang="en-US" sz="105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Gauges — Jauges de Batterie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fuel gauge 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44475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intégré mesurant avec précision l'état de charge (SoC) d'une batterie.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projet, le fuel gauge communique en I²C avec une carte ESP32 + écran pour afficher 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charge (SoC)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de la cellule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de charge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restant estimé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1005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étudiés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463040"/>
          <a:ext cx="4663440" cy="3566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Référence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Chimie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Caractéristique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MAX17048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Li-Ion/LiPo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cellule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MAX17055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Li-Ion/LiFePO4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6091"/>
                          </a:solidFill>
                        </a:rPr>
                        <a:t>Multi-chimie ⭐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MAX17260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Li-Ion/LiFePO4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Très précis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MAX17262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Li-Ion/LiFePO4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Avancé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LC709204F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Li-Ion/LiPo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Basse conso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STC3115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Li-Ion/LiPo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Économique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BQ40Z50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Li-Ion/LiPo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 + BMS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Retenu : MAX17055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2860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Gauge — Analog Devices (Maxim)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I²C native — compatible ESP32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 Li-Ion ET LiFePO4 (multi-chimie)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précis, sans calibration initiale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: tension, courant, température, SoC</a:t>
            </a:r>
            <a:endParaRPr lang="en-US" sz="1200" dirty="0"/>
          </a:p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temps restant de charge/décharge</a:t>
            </a:r>
            <a:endParaRPr lang="en-US" sz="1200" dirty="0"/>
          </a:p>
          <a:p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CMS, soudable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le schéma EAGLE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508760"/>
            <a:ext cx="384048" cy="38404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96128" y="15270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SDA / SCL + résistances pull-up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185416"/>
            <a:ext cx="384048" cy="38404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1206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2203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sense (mesure courant)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862072"/>
            <a:ext cx="384048" cy="38404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96128" y="28803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Condensateurs de découplage alimentation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538728"/>
            <a:ext cx="384048" cy="38404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1206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96128" y="35570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Thermistance NTC (optionnel — température)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4215384"/>
            <a:ext cx="384048" cy="38404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42336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Borniers de test (validation matérielle)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05400-6DCB-8D87-DD6B-2109080B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3A6A91-A747-2598-66BB-15B551202D8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D89CD-1052-8C83-930D-A7A9E71476A9}"/>
              </a:ext>
            </a:extLst>
          </p:cNvPr>
          <p:cNvSpPr/>
          <p:nvPr/>
        </p:nvSpPr>
        <p:spPr>
          <a:xfrm>
            <a:off x="302455" y="-31652"/>
            <a:ext cx="8357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(EAGLE)</a:t>
            </a:r>
            <a:b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électrique</a:t>
            </a:r>
            <a:endParaRPr lang="en-US" sz="26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0CE5778-86EA-1DDB-D884-0E79DEEF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530" y="1005840"/>
            <a:ext cx="5866002" cy="397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6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24164-EBC1-D4FC-5F1E-2C0E3F32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231617-C80F-ECE9-420A-9BEC2FE3B25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050E7E-B4C4-95F2-0901-99A5B4532016}"/>
              </a:ext>
            </a:extLst>
          </p:cNvPr>
          <p:cNvSpPr/>
          <p:nvPr/>
        </p:nvSpPr>
        <p:spPr>
          <a:xfrm>
            <a:off x="302455" y="-31652"/>
            <a:ext cx="8357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(EAGLE)</a:t>
            </a:r>
          </a:p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Placement/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En Cours</a:t>
            </a:r>
            <a:endParaRPr lang="en-US" sz="2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B9FB72-0DFA-19D2-D5BF-97FCFB4F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356" y="1086304"/>
            <a:ext cx="4583466" cy="363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3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1–6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59152" y="1097280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59152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Terminé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composants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 charge, fuel gauges, vérification disponibilité RS/Farnell/LCSC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3756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6–8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30952" y="1097280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330952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Terminé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37560" y="1426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EAGLE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84708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conflits de fichiers, configuration bibliothèques spécifiques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0936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10–12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02752" y="1097280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302752" y="1097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Terminé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09360" y="1426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schéma électronique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84708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I²C, MAX17055, résistances pull-up, validation avec M. Peter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2999232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59152" y="3090672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59152" y="30906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Terminé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3419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fichier .BRD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8404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validé sans erreurs, export vers routage PCB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299923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46120" y="2999232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3375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14+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30952" y="3090672"/>
            <a:ext cx="65836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330952" y="30906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cours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37560" y="3419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composants PCB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7560" y="38404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mécaniques, connecteurs, perçages — en cours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2999232"/>
            <a:ext cx="2834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217920" y="2999232"/>
            <a:ext cx="283464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3093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02752" y="3090672"/>
            <a:ext cx="658368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302752" y="30906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À venir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09360" y="3419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&amp; Fabrication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38404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des pistes, validation DRC, commande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286000"/>
            <a:ext cx="4572000" cy="45720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474720" cy="3474720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2743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gauge MAX17055 sélectionné — polyvalent, précis, I²C natif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CN3765 identifié comme solution principale (28V solaire)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électronique finalisé et validé sous Autodesk EAGLE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PCB en cours sur base des contraintes mécaniques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703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4069080"/>
            <a:ext cx="5212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PCB → Fabrication du prototype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de tests pour tester le prototype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tests sur banc avec </a:t>
            </a:r>
            <a:r>
              <a:rPr lang="en-US" sz="1200" dirty="0" err="1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</a:t>
            </a: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chimies</a:t>
            </a: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batteries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828</Words>
  <Application>Microsoft Office PowerPoint</Application>
  <PresentationFormat>Affichage à l'écran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Amaury Lemaitre</cp:lastModifiedBy>
  <cp:revision>7</cp:revision>
  <cp:lastPrinted>2026-05-13T17:28:05Z</cp:lastPrinted>
  <dcterms:created xsi:type="dcterms:W3CDTF">2026-05-04T19:18:26Z</dcterms:created>
  <dcterms:modified xsi:type="dcterms:W3CDTF">2026-05-13T17:28:14Z</dcterms:modified>
</cp:coreProperties>
</file>